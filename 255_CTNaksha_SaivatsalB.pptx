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</p:sldMasterIdLst>
  <p:sldIdLst>
    <p:sldId id="259" r:id="rId2"/>
    <p:sldId id="256" r:id="rId3"/>
    <p:sldId id="258" r:id="rId4"/>
    <p:sldId id="263" r:id="rId5"/>
    <p:sldId id="260" r:id="rId6"/>
    <p:sldId id="261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sarkar" userId="1a372a7a83ff799f" providerId="LiveId" clId="{0F241FFD-A001-4829-92D9-A44A38A083A6}"/>
    <pc:docChg chg="undo custSel addSld delSld modSld">
      <pc:chgData name="sumit sarkar" userId="1a372a7a83ff799f" providerId="LiveId" clId="{0F241FFD-A001-4829-92D9-A44A38A083A6}" dt="2026-09-16T06:13:27.003" v="396" actId="1035"/>
      <pc:docMkLst>
        <pc:docMk/>
      </pc:docMkLst>
      <pc:sldChg chg="addSp delSp modSp mod">
        <pc:chgData name="sumit sarkar" userId="1a372a7a83ff799f" providerId="LiveId" clId="{0F241FFD-A001-4829-92D9-A44A38A083A6}" dt="2026-09-16T03:36:27.440" v="174" actId="20577"/>
        <pc:sldMkLst>
          <pc:docMk/>
          <pc:sldMk cId="109857222" sldId="256"/>
        </pc:sldMkLst>
        <pc:spChg chg="add mod">
          <ac:chgData name="sumit sarkar" userId="1a372a7a83ff799f" providerId="LiveId" clId="{0F241FFD-A001-4829-92D9-A44A38A083A6}" dt="2026-09-16T03:36:17.414" v="172" actId="14100"/>
          <ac:spMkLst>
            <pc:docMk/>
            <pc:sldMk cId="109857222" sldId="256"/>
            <ac:spMk id="5" creationId="{1D1C08C0-3A81-9401-374B-F59E0FD595E2}"/>
          </ac:spMkLst>
        </pc:spChg>
        <pc:spChg chg="mod">
          <ac:chgData name="sumit sarkar" userId="1a372a7a83ff799f" providerId="LiveId" clId="{0F241FFD-A001-4829-92D9-A44A38A083A6}" dt="2026-09-16T03:36:27.440" v="174" actId="20577"/>
          <ac:spMkLst>
            <pc:docMk/>
            <pc:sldMk cId="109857222" sldId="256"/>
            <ac:spMk id="6" creationId="{77377BBD-1CF5-1ABD-E6F9-34E67AF5ECC1}"/>
          </ac:spMkLst>
        </pc:spChg>
        <pc:picChg chg="add del mod">
          <ac:chgData name="sumit sarkar" userId="1a372a7a83ff799f" providerId="LiveId" clId="{0F241FFD-A001-4829-92D9-A44A38A083A6}" dt="2026-09-16T03:26:23.530" v="47" actId="478"/>
          <ac:picMkLst>
            <pc:docMk/>
            <pc:sldMk cId="109857222" sldId="256"/>
            <ac:picMk id="5" creationId="{64D71112-5FEB-C57A-EC72-6DE6A31C64AB}"/>
          </ac:picMkLst>
        </pc:picChg>
      </pc:sldChg>
      <pc:sldChg chg="addSp delSp modSp mod">
        <pc:chgData name="sumit sarkar" userId="1a372a7a83ff799f" providerId="LiveId" clId="{0F241FFD-A001-4829-92D9-A44A38A083A6}" dt="2026-09-16T05:53:47.450" v="395" actId="1076"/>
        <pc:sldMkLst>
          <pc:docMk/>
          <pc:sldMk cId="2345983766" sldId="258"/>
        </pc:sldMkLst>
        <pc:spChg chg="mod">
          <ac:chgData name="sumit sarkar" userId="1a372a7a83ff799f" providerId="LiveId" clId="{0F241FFD-A001-4829-92D9-A44A38A083A6}" dt="2026-09-16T03:36:01.624" v="171" actId="1076"/>
          <ac:spMkLst>
            <pc:docMk/>
            <pc:sldMk cId="2345983766" sldId="258"/>
            <ac:spMk id="2" creationId="{93571D22-A880-7AEF-42C6-BA8652510F3D}"/>
          </ac:spMkLst>
        </pc:spChg>
        <pc:spChg chg="mod">
          <ac:chgData name="sumit sarkar" userId="1a372a7a83ff799f" providerId="LiveId" clId="{0F241FFD-A001-4829-92D9-A44A38A083A6}" dt="2026-09-16T03:55:48.399" v="304" actId="1076"/>
          <ac:spMkLst>
            <pc:docMk/>
            <pc:sldMk cId="2345983766" sldId="258"/>
            <ac:spMk id="4" creationId="{44C7C110-1ABF-2367-8DBC-A75086325F4F}"/>
          </ac:spMkLst>
        </pc:spChg>
        <pc:spChg chg="add mod">
          <ac:chgData name="sumit sarkar" userId="1a372a7a83ff799f" providerId="LiveId" clId="{0F241FFD-A001-4829-92D9-A44A38A083A6}" dt="2026-09-16T03:38:36.258" v="257" actId="1076"/>
          <ac:spMkLst>
            <pc:docMk/>
            <pc:sldMk cId="2345983766" sldId="258"/>
            <ac:spMk id="6" creationId="{7FB60768-E2D4-1A24-75FF-91FB28034D00}"/>
          </ac:spMkLst>
        </pc:spChg>
        <pc:spChg chg="mod">
          <ac:chgData name="sumit sarkar" userId="1a372a7a83ff799f" providerId="LiveId" clId="{0F241FFD-A001-4829-92D9-A44A38A083A6}" dt="2026-09-16T05:53:47.450" v="395" actId="1076"/>
          <ac:spMkLst>
            <pc:docMk/>
            <pc:sldMk cId="2345983766" sldId="258"/>
            <ac:spMk id="11" creationId="{B81A325A-3AAA-4D5E-0DC1-B9C8E38BB2B8}"/>
          </ac:spMkLst>
        </pc:spChg>
        <pc:picChg chg="add del mod">
          <ac:chgData name="sumit sarkar" userId="1a372a7a83ff799f" providerId="LiveId" clId="{0F241FFD-A001-4829-92D9-A44A38A083A6}" dt="2026-09-16T03:26:25.884" v="48" actId="478"/>
          <ac:picMkLst>
            <pc:docMk/>
            <pc:sldMk cId="2345983766" sldId="258"/>
            <ac:picMk id="6" creationId="{E5A39DE0-3D26-70E1-055B-55E05B29DC45}"/>
          </ac:picMkLst>
        </pc:picChg>
      </pc:sldChg>
      <pc:sldChg chg="addSp delSp modSp mod">
        <pc:chgData name="sumit sarkar" userId="1a372a7a83ff799f" providerId="LiveId" clId="{0F241FFD-A001-4829-92D9-A44A38A083A6}" dt="2026-09-16T03:55:41.601" v="302" actId="14100"/>
        <pc:sldMkLst>
          <pc:docMk/>
          <pc:sldMk cId="4092867609" sldId="259"/>
        </pc:sldMkLst>
        <pc:spChg chg="mod">
          <ac:chgData name="sumit sarkar" userId="1a372a7a83ff799f" providerId="LiveId" clId="{0F241FFD-A001-4829-92D9-A44A38A083A6}" dt="2026-09-16T03:30:01.878" v="54" actId="20577"/>
          <ac:spMkLst>
            <pc:docMk/>
            <pc:sldMk cId="4092867609" sldId="259"/>
            <ac:spMk id="2" creationId="{1D6478FD-829D-9AB4-10CB-CE2584D9BCE7}"/>
          </ac:spMkLst>
        </pc:spChg>
        <pc:spChg chg="mod">
          <ac:chgData name="sumit sarkar" userId="1a372a7a83ff799f" providerId="LiveId" clId="{0F241FFD-A001-4829-92D9-A44A38A083A6}" dt="2026-09-16T03:55:41.601" v="302" actId="14100"/>
          <ac:spMkLst>
            <pc:docMk/>
            <pc:sldMk cId="4092867609" sldId="259"/>
            <ac:spMk id="3" creationId="{687F94BD-F8A9-CD93-5C41-36CB17E18B1F}"/>
          </ac:spMkLst>
        </pc:spChg>
        <pc:spChg chg="mod">
          <ac:chgData name="sumit sarkar" userId="1a372a7a83ff799f" providerId="LiveId" clId="{0F241FFD-A001-4829-92D9-A44A38A083A6}" dt="2026-09-16T03:33:26.153" v="107" actId="20577"/>
          <ac:spMkLst>
            <pc:docMk/>
            <pc:sldMk cId="4092867609" sldId="259"/>
            <ac:spMk id="6" creationId="{68E36718-AFD9-88C2-6DE8-538FCE1E7818}"/>
          </ac:spMkLst>
        </pc:spChg>
        <pc:spChg chg="add del mod">
          <ac:chgData name="sumit sarkar" userId="1a372a7a83ff799f" providerId="LiveId" clId="{0F241FFD-A001-4829-92D9-A44A38A083A6}" dt="2026-09-16T03:33:15.814" v="98" actId="478"/>
          <ac:spMkLst>
            <pc:docMk/>
            <pc:sldMk cId="4092867609" sldId="259"/>
            <ac:spMk id="7" creationId="{5DBCE864-823D-4A13-9607-5DA1F0ED5FB8}"/>
          </ac:spMkLst>
        </pc:spChg>
        <pc:spChg chg="add del mod">
          <ac:chgData name="sumit sarkar" userId="1a372a7a83ff799f" providerId="LiveId" clId="{0F241FFD-A001-4829-92D9-A44A38A083A6}" dt="2026-09-16T03:32:42.761" v="60" actId="478"/>
          <ac:spMkLst>
            <pc:docMk/>
            <pc:sldMk cId="4092867609" sldId="259"/>
            <ac:spMk id="9" creationId="{28675610-4DD0-FC2C-D25A-15647314379E}"/>
          </ac:spMkLst>
        </pc:spChg>
        <pc:spChg chg="add del mod">
          <ac:chgData name="sumit sarkar" userId="1a372a7a83ff799f" providerId="LiveId" clId="{0F241FFD-A001-4829-92D9-A44A38A083A6}" dt="2026-09-16T03:34:06.275" v="111" actId="21"/>
          <ac:spMkLst>
            <pc:docMk/>
            <pc:sldMk cId="4092867609" sldId="259"/>
            <ac:spMk id="10" creationId="{5DBCE864-823D-4A13-9607-5DA1F0ED5FB8}"/>
          </ac:spMkLst>
        </pc:spChg>
        <pc:picChg chg="add del mod">
          <ac:chgData name="sumit sarkar" userId="1a372a7a83ff799f" providerId="LiveId" clId="{0F241FFD-A001-4829-92D9-A44A38A083A6}" dt="2026-09-16T03:26:21.060" v="46" actId="478"/>
          <ac:picMkLst>
            <pc:docMk/>
            <pc:sldMk cId="4092867609" sldId="259"/>
            <ac:picMk id="8" creationId="{0123FD6D-556E-2693-F4DC-1E30168DF698}"/>
          </ac:picMkLst>
        </pc:picChg>
      </pc:sldChg>
      <pc:sldChg chg="addSp delSp modSp mod">
        <pc:chgData name="sumit sarkar" userId="1a372a7a83ff799f" providerId="LiveId" clId="{0F241FFD-A001-4829-92D9-A44A38A083A6}" dt="2026-09-16T04:02:29.070" v="316" actId="14100"/>
        <pc:sldMkLst>
          <pc:docMk/>
          <pc:sldMk cId="2047523617" sldId="260"/>
        </pc:sldMkLst>
        <pc:spChg chg="add mod">
          <ac:chgData name="sumit sarkar" userId="1a372a7a83ff799f" providerId="LiveId" clId="{0F241FFD-A001-4829-92D9-A44A38A083A6}" dt="2026-09-16T03:37:29.028" v="227" actId="20577"/>
          <ac:spMkLst>
            <pc:docMk/>
            <pc:sldMk cId="2047523617" sldId="260"/>
            <ac:spMk id="5" creationId="{C569B3D3-D7D6-8193-5202-D0E6EC4D90E7}"/>
          </ac:spMkLst>
        </pc:spChg>
        <pc:spChg chg="add">
          <ac:chgData name="sumit sarkar" userId="1a372a7a83ff799f" providerId="LiveId" clId="{0F241FFD-A001-4829-92D9-A44A38A083A6}" dt="2026-09-16T03:58:47.748" v="305" actId="22"/>
          <ac:spMkLst>
            <pc:docMk/>
            <pc:sldMk cId="2047523617" sldId="260"/>
            <ac:spMk id="9" creationId="{0C386BD5-6B85-6CE9-6260-E4EB0A8C827D}"/>
          </ac:spMkLst>
        </pc:spChg>
        <pc:picChg chg="add del mod">
          <ac:chgData name="sumit sarkar" userId="1a372a7a83ff799f" providerId="LiveId" clId="{0F241FFD-A001-4829-92D9-A44A38A083A6}" dt="2026-09-16T03:26:31.721" v="50" actId="478"/>
          <ac:picMkLst>
            <pc:docMk/>
            <pc:sldMk cId="2047523617" sldId="260"/>
            <ac:picMk id="5" creationId="{8323299A-1879-8153-AAE6-F4B54E310115}"/>
          </ac:picMkLst>
        </pc:picChg>
        <pc:picChg chg="mod">
          <ac:chgData name="sumit sarkar" userId="1a372a7a83ff799f" providerId="LiveId" clId="{0F241FFD-A001-4829-92D9-A44A38A083A6}" dt="2026-09-16T04:02:29.070" v="316" actId="14100"/>
          <ac:picMkLst>
            <pc:docMk/>
            <pc:sldMk cId="2047523617" sldId="260"/>
            <ac:picMk id="8" creationId="{1AB190F1-4498-6995-0F1B-25492A5A9858}"/>
          </ac:picMkLst>
        </pc:picChg>
      </pc:sldChg>
      <pc:sldChg chg="addSp delSp modSp mod">
        <pc:chgData name="sumit sarkar" userId="1a372a7a83ff799f" providerId="LiveId" clId="{0F241FFD-A001-4829-92D9-A44A38A083A6}" dt="2026-09-16T04:25:40.794" v="328" actId="20577"/>
        <pc:sldMkLst>
          <pc:docMk/>
          <pc:sldMk cId="3158592031" sldId="261"/>
        </pc:sldMkLst>
        <pc:spChg chg="mod">
          <ac:chgData name="sumit sarkar" userId="1a372a7a83ff799f" providerId="LiveId" clId="{0F241FFD-A001-4829-92D9-A44A38A083A6}" dt="2026-09-16T04:25:40.794" v="328" actId="20577"/>
          <ac:spMkLst>
            <pc:docMk/>
            <pc:sldMk cId="3158592031" sldId="261"/>
            <ac:spMk id="3" creationId="{2010518E-F953-9102-FF8D-ECEC74577051}"/>
          </ac:spMkLst>
        </pc:spChg>
        <pc:spChg chg="add del mod">
          <ac:chgData name="sumit sarkar" userId="1a372a7a83ff799f" providerId="LiveId" clId="{0F241FFD-A001-4829-92D9-A44A38A083A6}" dt="2026-09-16T03:38:00.337" v="255" actId="20577"/>
          <ac:spMkLst>
            <pc:docMk/>
            <pc:sldMk cId="3158592031" sldId="261"/>
            <ac:spMk id="6" creationId="{ECEBDF1E-0722-15AE-E153-44540AE96054}"/>
          </ac:spMkLst>
        </pc:spChg>
        <pc:picChg chg="add del mod">
          <ac:chgData name="sumit sarkar" userId="1a372a7a83ff799f" providerId="LiveId" clId="{0F241FFD-A001-4829-92D9-A44A38A083A6}" dt="2026-09-16T03:26:34.768" v="51" actId="478"/>
          <ac:picMkLst>
            <pc:docMk/>
            <pc:sldMk cId="3158592031" sldId="261"/>
            <ac:picMk id="6" creationId="{82E7F97B-9CC7-DAF7-93E2-325AB7A2BA5C}"/>
          </ac:picMkLst>
        </pc:picChg>
      </pc:sldChg>
      <pc:sldChg chg="addSp delSp modSp del mod">
        <pc:chgData name="sumit sarkar" userId="1a372a7a83ff799f" providerId="LiveId" clId="{0F241FFD-A001-4829-92D9-A44A38A083A6}" dt="2026-09-16T04:20:18.965" v="320" actId="47"/>
        <pc:sldMkLst>
          <pc:docMk/>
          <pc:sldMk cId="1038613132" sldId="262"/>
        </pc:sldMkLst>
        <pc:picChg chg="add del mod">
          <ac:chgData name="sumit sarkar" userId="1a372a7a83ff799f" providerId="LiveId" clId="{0F241FFD-A001-4829-92D9-A44A38A083A6}" dt="2026-09-16T03:26:37.660" v="52" actId="478"/>
          <ac:picMkLst>
            <pc:docMk/>
            <pc:sldMk cId="1038613132" sldId="262"/>
            <ac:picMk id="4" creationId="{E30C4218-AEF8-737C-89AF-A82A00064710}"/>
          </ac:picMkLst>
        </pc:picChg>
      </pc:sldChg>
      <pc:sldChg chg="addSp delSp modSp mod">
        <pc:chgData name="sumit sarkar" userId="1a372a7a83ff799f" providerId="LiveId" clId="{0F241FFD-A001-4829-92D9-A44A38A083A6}" dt="2026-09-16T06:13:27.003" v="396" actId="1035"/>
        <pc:sldMkLst>
          <pc:docMk/>
          <pc:sldMk cId="3166309200" sldId="263"/>
        </pc:sldMkLst>
        <pc:spChg chg="add mod">
          <ac:chgData name="sumit sarkar" userId="1a372a7a83ff799f" providerId="LiveId" clId="{0F241FFD-A001-4829-92D9-A44A38A083A6}" dt="2026-09-16T03:36:59.646" v="201" actId="14100"/>
          <ac:spMkLst>
            <pc:docMk/>
            <pc:sldMk cId="3166309200" sldId="263"/>
            <ac:spMk id="3" creationId="{910982E9-ADEE-EA00-6EDC-F23F315EB334}"/>
          </ac:spMkLst>
        </pc:spChg>
        <pc:spChg chg="add del mod">
          <ac:chgData name="sumit sarkar" userId="1a372a7a83ff799f" providerId="LiveId" clId="{0F241FFD-A001-4829-92D9-A44A38A083A6}" dt="2026-09-15T13:06:51.360" v="30" actId="931"/>
          <ac:spMkLst>
            <pc:docMk/>
            <pc:sldMk cId="3166309200" sldId="263"/>
            <ac:spMk id="6" creationId="{6DD660C1-B535-D95D-C837-4C8EC924AABD}"/>
          </ac:spMkLst>
        </pc:spChg>
        <pc:spChg chg="add del mod">
          <ac:chgData name="sumit sarkar" userId="1a372a7a83ff799f" providerId="LiveId" clId="{0F241FFD-A001-4829-92D9-A44A38A083A6}" dt="2026-09-15T13:07:18.225" v="36" actId="931"/>
          <ac:spMkLst>
            <pc:docMk/>
            <pc:sldMk cId="3166309200" sldId="263"/>
            <ac:spMk id="8" creationId="{3245BCA3-860B-04FB-7A95-004F594D2400}"/>
          </ac:spMkLst>
        </pc:spChg>
        <pc:spChg chg="mod">
          <ac:chgData name="sumit sarkar" userId="1a372a7a83ff799f" providerId="LiveId" clId="{0F241FFD-A001-4829-92D9-A44A38A083A6}" dt="2026-09-16T06:13:27.003" v="396" actId="1035"/>
          <ac:spMkLst>
            <pc:docMk/>
            <pc:sldMk cId="3166309200" sldId="263"/>
            <ac:spMk id="15" creationId="{5298462D-6008-38A1-7E84-8EF5319FFAB0}"/>
          </ac:spMkLst>
        </pc:spChg>
        <pc:picChg chg="add del mod">
          <ac:chgData name="sumit sarkar" userId="1a372a7a83ff799f" providerId="LiveId" clId="{0F241FFD-A001-4829-92D9-A44A38A083A6}" dt="2026-09-16T03:26:28.535" v="49" actId="478"/>
          <ac:picMkLst>
            <pc:docMk/>
            <pc:sldMk cId="3166309200" sldId="263"/>
            <ac:picMk id="3" creationId="{F7C4EECB-EC47-1DD1-9A20-CF42D4C1046C}"/>
          </ac:picMkLst>
        </pc:picChg>
        <pc:picChg chg="del">
          <ac:chgData name="sumit sarkar" userId="1a372a7a83ff799f" providerId="LiveId" clId="{0F241FFD-A001-4829-92D9-A44A38A083A6}" dt="2026-09-15T13:05:57.344" v="23" actId="478"/>
          <ac:picMkLst>
            <pc:docMk/>
            <pc:sldMk cId="3166309200" sldId="263"/>
            <ac:picMk id="11" creationId="{A5441636-E197-1AB2-3E32-442CAC41A034}"/>
          </ac:picMkLst>
        </pc:picChg>
        <pc:picChg chg="add mod ord">
          <ac:chgData name="sumit sarkar" userId="1a372a7a83ff799f" providerId="LiveId" clId="{0F241FFD-A001-4829-92D9-A44A38A083A6}" dt="2026-09-15T13:07:38.194" v="40" actId="14100"/>
          <ac:picMkLst>
            <pc:docMk/>
            <pc:sldMk cId="3166309200" sldId="263"/>
            <ac:picMk id="12" creationId="{B1CA2309-9143-514C-1C4A-693F8CB0256A}"/>
          </ac:picMkLst>
        </pc:picChg>
        <pc:picChg chg="del">
          <ac:chgData name="sumit sarkar" userId="1a372a7a83ff799f" providerId="LiveId" clId="{0F241FFD-A001-4829-92D9-A44A38A083A6}" dt="2026-09-15T13:05:54.644" v="22" actId="478"/>
          <ac:picMkLst>
            <pc:docMk/>
            <pc:sldMk cId="3166309200" sldId="263"/>
            <ac:picMk id="13" creationId="{84B0AC28-8901-D854-1EB2-456D0EA6BBB2}"/>
          </ac:picMkLst>
        </pc:picChg>
        <pc:picChg chg="add mod ord">
          <ac:chgData name="sumit sarkar" userId="1a372a7a83ff799f" providerId="LiveId" clId="{0F241FFD-A001-4829-92D9-A44A38A083A6}" dt="2026-09-15T13:07:50.048" v="43" actId="14100"/>
          <ac:picMkLst>
            <pc:docMk/>
            <pc:sldMk cId="3166309200" sldId="263"/>
            <ac:picMk id="16" creationId="{C08EE5BA-FE4A-034A-3BB6-059DA3B3A747}"/>
          </ac:picMkLst>
        </pc:picChg>
      </pc:sldChg>
      <pc:sldChg chg="new del">
        <pc:chgData name="sumit sarkar" userId="1a372a7a83ff799f" providerId="LiveId" clId="{0F241FFD-A001-4829-92D9-A44A38A083A6}" dt="2026-09-16T03:39:02.074" v="259" actId="680"/>
        <pc:sldMkLst>
          <pc:docMk/>
          <pc:sldMk cId="2583627389" sldId="264"/>
        </pc:sldMkLst>
      </pc:sldChg>
      <pc:sldChg chg="new del">
        <pc:chgData name="sumit sarkar" userId="1a372a7a83ff799f" providerId="LiveId" clId="{0F241FFD-A001-4829-92D9-A44A38A083A6}" dt="2026-09-16T03:24:19.255" v="45" actId="680"/>
        <pc:sldMkLst>
          <pc:docMk/>
          <pc:sldMk cId="3102188424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4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35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1419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51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8304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9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879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234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889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 lang="en-US" dirty="0"/>
            </a:lvl1pPr>
          </a:lstStyle>
          <a:p>
            <a:endParaRPr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7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64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59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88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73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91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09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15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05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61601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108437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856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6953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2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78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93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2496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789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91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151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  <p:sldLayoutId id="2147483865" r:id="rId18"/>
    <p:sldLayoutId id="2147483866" r:id="rId19"/>
    <p:sldLayoutId id="2147483867" r:id="rId20"/>
    <p:sldLayoutId id="2147483868" r:id="rId21"/>
    <p:sldLayoutId id="2147483869" r:id="rId22"/>
    <p:sldLayoutId id="2147483870" r:id="rId23"/>
    <p:sldLayoutId id="2147483871" r:id="rId24"/>
    <p:sldLayoutId id="2147483872" r:id="rId25"/>
    <p:sldLayoutId id="2147483873" r:id="rId26"/>
    <p:sldLayoutId id="2147483874" r:id="rId27"/>
    <p:sldLayoutId id="2147483875" r:id="rId28"/>
    <p:sldLayoutId id="2147483876" r:id="rId2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2072-4292/12/5/803" TargetMode="External"/><Relationship Id="rId3" Type="http://schemas.openxmlformats.org/officeDocument/2006/relationships/hyperlink" Target="https://arxiv.org/abs/2103.14030" TargetMode="External"/><Relationship Id="rId7" Type="http://schemas.openxmlformats.org/officeDocument/2006/relationships/hyperlink" Target="https://spacenet.ai/dataset/" TargetMode="External"/><Relationship Id="rId2" Type="http://schemas.openxmlformats.org/officeDocument/2006/relationships/hyperlink" Target="https://arxiv.org/abs/1505.0459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ject.inria.fr/aerialimagelabeling/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s://bhuvan-panchayat3.nrsc.gov.in/" TargetMode="External"/><Relationship Id="rId10" Type="http://schemas.openxmlformats.org/officeDocument/2006/relationships/hyperlink" Target="https://bhuvan-ows.nrsc.gov.in/bhuvan/wms" TargetMode="External"/><Relationship Id="rId4" Type="http://schemas.openxmlformats.org/officeDocument/2006/relationships/hyperlink" Target="https://ieeexplore.ieee.org/document/9511234" TargetMode="External"/><Relationship Id="rId9" Type="http://schemas.openxmlformats.org/officeDocument/2006/relationships/hyperlink" Target="https://openaccess.thecvf.com/content_cvpr_2017/html/Zhang_Bi-Directional_Cascade_Network_CVPR_2017_pap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78FD-829D-9AB4-10CB-CE2584D9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1" y="219456"/>
            <a:ext cx="10835640" cy="969264"/>
          </a:xfrm>
        </p:spPr>
        <p:txBody>
          <a:bodyPr/>
          <a:lstStyle/>
          <a:p>
            <a:pPr algn="ctr"/>
            <a:r>
              <a:rPr lang="en-US" sz="4000" b="1">
                <a:solidFill>
                  <a:srgbClr val="0070C0"/>
                </a:solidFill>
                <a:latin typeface="Garamond"/>
              </a:rPr>
              <a:t>SMART INDIA HACKATHON 2026</a:t>
            </a:r>
            <a:endParaRPr lang="en-GB" sz="4000">
              <a:solidFill>
                <a:srgbClr val="0070C0"/>
              </a:solidFill>
              <a:latin typeface="Garamond"/>
            </a:endParaRPr>
          </a:p>
          <a:p>
            <a:endParaRPr lang="en-GB">
              <a:solidFill>
                <a:srgbClr val="0070C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E5BE86-1677-88E3-24C4-9A7CDDB3E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01" b="-1923"/>
          <a:stretch>
            <a:fillRect/>
          </a:stretch>
        </p:blipFill>
        <p:spPr>
          <a:xfrm>
            <a:off x="9907326" y="1458"/>
            <a:ext cx="2246528" cy="108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0082D4-F2A8-E59C-EB0D-C0C97D5F21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975" b="296"/>
          <a:stretch>
            <a:fillRect/>
          </a:stretch>
        </p:blipFill>
        <p:spPr>
          <a:xfrm>
            <a:off x="8615905" y="1512064"/>
            <a:ext cx="3202434" cy="3437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E36718-AFD9-88C2-6DE8-538FCE1E7818}"/>
              </a:ext>
            </a:extLst>
          </p:cNvPr>
          <p:cNvSpPr txBox="1"/>
          <p:nvPr/>
        </p:nvSpPr>
        <p:spPr>
          <a:xfrm>
            <a:off x="1" y="998317"/>
            <a:ext cx="8333773" cy="68018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,Sans-Serif"/>
              <a:buChar char="•"/>
            </a:pPr>
            <a:r>
              <a:rPr lang="en-US" sz="2400" b="1" i="0" u="none" strike="noStrike" baseline="0">
                <a:solidFill>
                  <a:srgbClr val="000000"/>
                </a:solidFill>
                <a:latin typeface="Garamond"/>
                <a:ea typeface="Calibri"/>
                <a:cs typeface="Calibri"/>
              </a:rPr>
              <a:t>Problem Statement ID </a:t>
            </a:r>
            <a:r>
              <a:rPr lang="en-US" sz="24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–</a:t>
            </a:r>
            <a:r>
              <a:rPr lang="en-US" sz="2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SIH26012</a:t>
            </a:r>
          </a:p>
          <a:p>
            <a:pPr marL="285750" indent="-285750" algn="just">
              <a:buFont typeface="Arial,Sans-Serif"/>
              <a:buChar char="•"/>
            </a:pP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Garamond"/>
                <a:ea typeface="Calibri"/>
                <a:cs typeface="Calibri"/>
              </a:rPr>
              <a:t>Problem Statement Title</a:t>
            </a:r>
            <a:r>
              <a:rPr lang="en-US" sz="2400" b="1">
                <a:solidFill>
                  <a:srgbClr val="000000"/>
                </a:solidFill>
                <a:latin typeface="Garamond"/>
                <a:ea typeface="Calibri"/>
                <a:cs typeface="Arial"/>
              </a:rPr>
              <a:t>-</a:t>
            </a:r>
            <a:r>
              <a:rPr lang="en-US" sz="24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 </a:t>
            </a:r>
            <a:r>
              <a:rPr lang="en-US" sz="2000">
                <a:solidFill>
                  <a:srgbClr val="171717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Arial"/>
              </a:rPr>
              <a:t>AI-Based</a:t>
            </a:r>
            <a:r>
              <a:rPr lang="en-US" sz="2000">
                <a:solidFill>
                  <a:srgbClr val="171717"/>
                </a:solidFill>
                <a:highlight>
                  <a:srgbClr val="FFFFFF"/>
                </a:highlight>
              </a:rPr>
              <a:t> Automated Urban Parcel Mapping and Cadastral Feature Extraction System using Drone </a:t>
            </a:r>
            <a:r>
              <a:rPr lang="en-US" sz="2000" err="1">
                <a:solidFill>
                  <a:srgbClr val="171717"/>
                </a:solidFill>
                <a:highlight>
                  <a:srgbClr val="FFFFFF"/>
                </a:highlight>
              </a:rPr>
              <a:t>lmagery</a:t>
            </a:r>
            <a:endParaRPr lang="en-US" sz="20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171717"/>
              </a:solidFill>
              <a:highlight>
                <a:srgbClr val="FFFFFF"/>
              </a:highlight>
              <a:latin typeface="Neue Haas Grotesk Text Pro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Theme-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 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Smart automation</a:t>
            </a:r>
            <a:endParaRPr lang="en-US" sz="2000">
              <a:solidFill>
                <a:srgbClr val="171717"/>
              </a:solidFill>
              <a:highlight>
                <a:srgbClr val="FFFFFF"/>
              </a:highlight>
              <a:latin typeface="Neue Haas Grotesk Text Pro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PS Category-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 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Software</a:t>
            </a: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Team ID- </a:t>
            </a: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Garamond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b="1">
              <a:solidFill>
                <a:srgbClr val="000000"/>
              </a:solidFill>
              <a:highlight>
                <a:srgbClr val="FFFFFF"/>
              </a:highlight>
              <a:latin typeface="Garamond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Team Name (Registered on portal)-CT Naksha</a:t>
            </a:r>
          </a:p>
          <a:p>
            <a:pPr marL="342900" indent="-342900" algn="just">
              <a:buFont typeface="Arial"/>
              <a:buChar char="•"/>
            </a:pPr>
            <a:endParaRPr lang="en-US" sz="2400" b="1">
              <a:solidFill>
                <a:srgbClr val="000000"/>
              </a:solidFill>
              <a:highlight>
                <a:srgbClr val="FFFFFF"/>
              </a:highlight>
              <a:latin typeface="Garamond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171717"/>
              </a:solidFill>
              <a:highlight>
                <a:srgbClr val="FFFFFF"/>
              </a:highlight>
              <a:latin typeface="Neue Haas Grotesk Text Pro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171717"/>
              </a:solidFill>
              <a:highlight>
                <a:srgbClr val="FFFFFF"/>
              </a:highlight>
              <a:latin typeface="Neue Haas Grotesk Text Pro"/>
              <a:ea typeface="Arial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171717"/>
              </a:solidFill>
              <a:highlight>
                <a:srgbClr val="FFFFFF"/>
              </a:highlight>
              <a:latin typeface="Neue Haas Grotesk Text Pro"/>
              <a:ea typeface="Arial"/>
              <a:cs typeface="Arial"/>
            </a:endParaRPr>
          </a:p>
          <a:p>
            <a:pPr marL="285750" indent="-285750" algn="just">
              <a:buFont typeface="Arial,Sans-Serif"/>
              <a:buChar char="•"/>
            </a:pPr>
            <a:endParaRPr lang="en-US" sz="24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F94BD-F8A9-CD93-5C41-36CB17E18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286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377BBD-1CF5-1ABD-E6F9-34E67AF5E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" y="-977"/>
            <a:ext cx="9371881" cy="692808"/>
          </a:xfrm>
        </p:spPr>
        <p:txBody>
          <a:bodyPr>
            <a:normAutofit fontScale="90000"/>
          </a:bodyPr>
          <a:lstStyle/>
          <a:p>
            <a:r>
              <a:rPr lang="en-GB" sz="4800">
                <a:latin typeface="Calibri"/>
                <a:ea typeface="Calibri"/>
                <a:cs typeface="Calibri"/>
              </a:rPr>
              <a:t>        </a:t>
            </a:r>
            <a:r>
              <a:rPr lang="en-GB" sz="4800" b="1">
                <a:latin typeface="Calibri"/>
                <a:ea typeface="Calibri"/>
                <a:cs typeface="Calibri"/>
              </a:rPr>
              <a:t> </a:t>
            </a:r>
            <a:r>
              <a:rPr lang="en-GB" sz="4400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4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     </a:t>
            </a:r>
            <a:r>
              <a:rPr lang="en-GB" sz="4800" b="1" err="1">
                <a:solidFill>
                  <a:srgbClr val="0070C0"/>
                </a:solidFill>
                <a:latin typeface="Garamond"/>
                <a:ea typeface="Calibri"/>
                <a:cs typeface="Calibri"/>
              </a:rPr>
              <a:t>CadAstra</a:t>
            </a:r>
            <a:r>
              <a:rPr lang="en-GB" sz="4800" b="1">
                <a:solidFill>
                  <a:srgbClr val="0070C0"/>
                </a:solidFill>
                <a:latin typeface="Garamond"/>
                <a:ea typeface="Calibri"/>
                <a:cs typeface="Calibri"/>
              </a:rPr>
              <a:t>-AI Urban Parcel Mapping</a:t>
            </a:r>
            <a:br>
              <a:rPr lang="en-GB" sz="4800" b="1">
                <a:latin typeface="Garamond"/>
                <a:ea typeface="Calibri"/>
                <a:cs typeface="Calibri"/>
              </a:rPr>
            </a:br>
            <a:r>
              <a:rPr lang="en-GB" sz="3200">
                <a:solidFill>
                  <a:schemeClr val="accent3">
                    <a:lumMod val="60000"/>
                    <a:lumOff val="40000"/>
                  </a:schemeClr>
                </a:solidFill>
                <a:latin typeface="Cambria"/>
                <a:ea typeface="Cambria"/>
                <a:cs typeface="Calibri"/>
              </a:rPr>
              <a:t>                                              </a:t>
            </a:r>
            <a:r>
              <a:rPr lang="en-GB" sz="3200">
                <a:solidFill>
                  <a:srgbClr val="C00000"/>
                </a:solidFill>
                <a:latin typeface="Cambria"/>
                <a:ea typeface="Cambria"/>
                <a:cs typeface="Calibri"/>
              </a:rPr>
              <a:t>Turning data into Smarter yields</a:t>
            </a:r>
          </a:p>
          <a:p>
            <a:endParaRPr lang="en-GB" sz="3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FC7A7587-3C01-D325-2034-90CF95C518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997033" y="-6791"/>
            <a:ext cx="2197555" cy="10572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DA438D-73E7-98FA-E67A-CDB85B80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126" y="2930785"/>
            <a:ext cx="3903643" cy="38181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1AA1C9-C04B-A693-D7A6-77ED50934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80C5B-BCF5-480F-31E8-116988116C56}"/>
              </a:ext>
            </a:extLst>
          </p:cNvPr>
          <p:cNvSpPr txBox="1"/>
          <p:nvPr/>
        </p:nvSpPr>
        <p:spPr>
          <a:xfrm>
            <a:off x="127000" y="1057155"/>
            <a:ext cx="8149864" cy="9556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rgbClr val="000000"/>
                </a:solidFill>
                <a:highlight>
                  <a:srgbClr val="F9F9F9"/>
                </a:highlight>
                <a:latin typeface="Calibri"/>
                <a:ea typeface="Calibri"/>
                <a:cs typeface="Calibri"/>
              </a:rPr>
              <a:t>Core Concept --&gt;</a:t>
            </a:r>
            <a:r>
              <a:rPr lang="en-US" sz="2400" b="1">
                <a:solidFill>
                  <a:srgbClr val="101010"/>
                </a:solidFill>
                <a:highlight>
                  <a:srgbClr val="F9F9F9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-US" sz="2400">
                <a:solidFill>
                  <a:srgbClr val="101010"/>
                </a:solidFill>
                <a:highlight>
                  <a:srgbClr val="F9F9F9"/>
                </a:highlight>
                <a:latin typeface="Calibri"/>
                <a:ea typeface="Calibri"/>
                <a:cs typeface="Calibri"/>
              </a:rPr>
              <a:t>It is a modern, production‑ready web application that turns UAV/drone imagery into verified cadastral parcels.</a:t>
            </a:r>
          </a:p>
          <a:p>
            <a:pPr algn="just"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Data Ingestion:</a:t>
            </a:r>
            <a:r>
              <a:rPr lang="en-US" sz="2000">
                <a:solidFill>
                  <a:srgbClr val="10101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Upload and read image data.</a:t>
            </a: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Parcel Generation:</a:t>
            </a:r>
            <a:r>
              <a:rPr lang="en-US" sz="2000">
                <a:solidFill>
                  <a:srgbClr val="10101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Create parcel polygons.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Human Verification:</a:t>
            </a:r>
            <a:r>
              <a:rPr lang="en-US" sz="200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-US" sz="2000">
                <a:solidFill>
                  <a:srgbClr val="10101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Review and edit parcels.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Configuration &amp; Governance:</a:t>
            </a:r>
            <a:r>
              <a:rPr lang="en-US" sz="200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-US" sz="2000">
                <a:solidFill>
                  <a:srgbClr val="10101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Manage settings and system status.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en-US" sz="2000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algn="just"/>
            <a:r>
              <a:rPr lang="en-US" sz="2000" b="1">
                <a:solidFill>
                  <a:srgbClr val="101010"/>
                </a:solidFill>
                <a:highlight>
                  <a:srgbClr val="F9F9F9"/>
                </a:highlight>
              </a:rPr>
              <a:t>-&gt; How It Addresses the Problem:</a:t>
            </a:r>
            <a:endParaRPr lang="en-US" sz="2000" b="1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>
                <a:solidFill>
                  <a:srgbClr val="10101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The solution reduces manual parcel mapping through AI, improves accuracy with confidence-based human verification, and enables fast  change detection.</a:t>
            </a:r>
            <a:endParaRPr lang="en-US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algn="just"/>
            <a:r>
              <a:rPr lang="en-US" sz="2400" b="1">
                <a:highlight>
                  <a:srgbClr val="F9F9F9"/>
                </a:highlight>
                <a:latin typeface="Calibri"/>
                <a:ea typeface="Calibri"/>
                <a:cs typeface="Calibri"/>
              </a:rPr>
              <a:t>-&gt;Innovation and Uniqueness:</a:t>
            </a:r>
            <a:endParaRPr lang="en-US" sz="2400" b="1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b="1">
                <a:solidFill>
                  <a:srgbClr val="00B0F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Hybrid AI + Human:</a:t>
            </a:r>
            <a:r>
              <a:rPr lang="en-US">
                <a:solidFill>
                  <a:srgbClr val="00B0F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 </a:t>
            </a:r>
            <a:r>
              <a:rPr lang="en-US">
                <a:solidFill>
                  <a:srgbClr val="10101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Combines AI detection with human approval.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Neue Haas Grotesk Text Pro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b="1">
                <a:solidFill>
                  <a:srgbClr val="00B0F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Swipe-Map Detection:</a:t>
            </a: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 </a:t>
            </a:r>
            <a:r>
              <a:rPr lang="en-US">
                <a:solidFill>
                  <a:srgbClr val="10101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Easily compares current and historical parcels.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Neue Haas Grotesk Text Pro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b="1">
                <a:solidFill>
                  <a:srgbClr val="00B0F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Zero-Code Deployment:</a:t>
            </a:r>
            <a:r>
              <a:rPr lang="en-US">
                <a:solidFill>
                  <a:srgbClr val="00B0F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 </a:t>
            </a:r>
            <a:r>
              <a:rPr lang="en-US">
                <a:solidFill>
                  <a:srgbClr val="101010"/>
                </a:solidFill>
                <a:highlight>
                  <a:srgbClr val="FFFFFF"/>
                </a:highlight>
                <a:latin typeface="Neue Haas Grotesk Text Pro"/>
                <a:ea typeface="Calibri"/>
                <a:cs typeface="Calibri"/>
              </a:rPr>
              <a:t>Runs the demo without complex setup.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Neue Haas Grotesk Text Pro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Neue Haas Grotesk Text Pro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en-US" sz="2000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solidFill>
                <a:srgbClr val="101010"/>
              </a:solidFill>
              <a:highlight>
                <a:srgbClr val="F9F9F9"/>
              </a:highlight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sz="1100" b="1">
              <a:solidFill>
                <a:srgbClr val="101010"/>
              </a:solidFill>
              <a:highlight>
                <a:srgbClr val="F9F9F9"/>
              </a:highlight>
              <a:latin typeface="Neue Haas Grotesk Text Pro"/>
              <a:ea typeface="Calibri"/>
              <a:cs typeface="Calibri"/>
            </a:endParaRPr>
          </a:p>
          <a:p>
            <a:pPr algn="just"/>
            <a:endParaRPr lang="en-US" sz="2400">
              <a:solidFill>
                <a:srgbClr val="101010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2400">
              <a:solidFill>
                <a:srgbClr val="101010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2400">
              <a:solidFill>
                <a:srgbClr val="101010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2400">
              <a:solidFill>
                <a:srgbClr val="101010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2400">
              <a:solidFill>
                <a:srgbClr val="101010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2400">
              <a:solidFill>
                <a:srgbClr val="101010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2400">
              <a:solidFill>
                <a:srgbClr val="10101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GB">
              <a:solidFill>
                <a:srgbClr val="000000"/>
              </a:solidFill>
              <a:latin typeface="Neue Haas Grotesk Text Pro"/>
              <a:ea typeface="Calibri"/>
              <a:cs typeface="Calibri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D1C08C0-3A81-9401-374B-F59E0FD595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86263" y="-6791"/>
            <a:ext cx="1431984" cy="56750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CT </a:t>
            </a:r>
          </a:p>
          <a:p>
            <a:pPr algn="ctr"/>
            <a:r>
              <a:rPr lang="en-US"/>
              <a:t>Naksha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1D22-A880-7AEF-42C6-BA865251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388" y="0"/>
            <a:ext cx="6142768" cy="834776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00B0F0"/>
                </a:solidFill>
                <a:latin typeface="Garamond"/>
              </a:rPr>
              <a:t> </a:t>
            </a:r>
            <a:r>
              <a:rPr lang="en-GB" sz="4000" b="1">
                <a:solidFill>
                  <a:srgbClr val="0070C0"/>
                </a:solidFill>
                <a:latin typeface="Garamond"/>
              </a:rPr>
              <a:t>TECHNICAL APPROACH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7C110-1ABF-2367-8DBC-A75086325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C80C5-ED25-48B2-8A73-D83A8ADEC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102" y="-3588"/>
            <a:ext cx="2178617" cy="1040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1A325A-3AAA-4D5E-0DC1-B9C8E38BB2B8}"/>
              </a:ext>
            </a:extLst>
          </p:cNvPr>
          <p:cNvSpPr txBox="1"/>
          <p:nvPr/>
        </p:nvSpPr>
        <p:spPr>
          <a:xfrm>
            <a:off x="5380662" y="698741"/>
            <a:ext cx="6549340" cy="9264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b="1">
              <a:solidFill>
                <a:srgbClr val="101010"/>
              </a:solidFill>
              <a:highlight>
                <a:srgbClr val="F9F9F9"/>
              </a:highlight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AI/ML Processing:</a:t>
            </a:r>
            <a:r>
              <a:rPr lang="en-IN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1600" b="1" err="1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IN" sz="1600" b="1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U-Net (ResNet-34)</a:t>
            </a:r>
            <a:r>
              <a:rPr lang="en-IN" sz="1600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building-footprint extraction, with </a:t>
            </a:r>
            <a:r>
              <a:rPr lang="en-IN" sz="1600" b="1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</a:t>
            </a:r>
            <a:r>
              <a:rPr lang="en-IN" sz="1600">
                <a:highlight>
                  <a:srgbClr val="F9F9F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detecting fences, walls, roads, and other physical boundaries. 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sz="1600" b="1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Geospatial Processing:</a:t>
            </a:r>
            <a:r>
              <a:rPr lang="en-IN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</a:t>
            </a:r>
            <a:r>
              <a:rPr lang="en-IN" sz="1600" b="1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Rasterio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b="1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GeoPandas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Shapely, and Watershed-based constrained tessellation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generate topology-aware cadastral parcel polygons.</a:t>
            </a:r>
          </a:p>
          <a:p>
            <a:pPr algn="just"/>
            <a:br>
              <a:rPr lang="en-IN" sz="20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Storage &amp; Management:</a:t>
            </a:r>
            <a:r>
              <a:rPr lang="en-IN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Stores drone </a:t>
            </a:r>
            <a:r>
              <a:rPr lang="en-IN" sz="1600" b="1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GeoTIFF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/PNG imagery and outputs in S3/</a:t>
            </a:r>
            <a:r>
              <a:rPr lang="en-IN" sz="1600" b="1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MinIO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PostgreSQL + </a:t>
            </a:r>
            <a:r>
              <a:rPr lang="en-IN" sz="1600" b="1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PostGIS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manages spatial geometries, project metadata, and </a:t>
            </a:r>
            <a:r>
              <a:rPr lang="en-IN" sz="1600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GeoJSON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results.</a:t>
            </a:r>
          </a:p>
          <a:p>
            <a:pPr algn="just"/>
            <a:br>
              <a:rPr lang="en-IN" sz="20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Asynchronous &amp; Scalable Architecture:</a:t>
            </a:r>
            <a:r>
              <a:rPr lang="en-IN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 API Gateway + Redis + RQ/Celery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handle long-running AI jobs asynchronously, with 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 and Kubernetes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enabling scalable GPU-based workers.</a:t>
            </a:r>
          </a:p>
          <a:p>
            <a:pPr algn="just"/>
            <a:br>
              <a:rPr lang="en-IN" sz="20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Accuracy, Validation &amp; </a:t>
            </a:r>
            <a:r>
              <a:rPr lang="en-IN" b="1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Delivery:</a:t>
            </a:r>
            <a:r>
              <a:rPr lang="en-IN" sz="1600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Assigns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boundary confidence scores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performs 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human-in-the-loop validation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delivers verified cadastral polygons through an interactive 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+ </a:t>
            </a:r>
            <a:r>
              <a:rPr lang="en-IN" sz="1600" b="1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Mapbox</a:t>
            </a:r>
            <a:r>
              <a:rPr lang="en-IN" sz="1600" b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/Leaflet</a:t>
            </a:r>
            <a: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interface.</a:t>
            </a:r>
            <a:br>
              <a:rPr lang="en-IN" sz="160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10101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en-GB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0999C12-BACF-B6BF-1125-E09FD2F6DB6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-4160" y="1401489"/>
            <a:ext cx="4928888" cy="3768786"/>
          </a:xfrm>
          <a:prstGeom prst="rect">
            <a:avLst/>
          </a:prstGeom>
        </p:spPr>
      </p:pic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7FB60768-E2D4-1A24-75FF-91FB28034D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05169"/>
            <a:ext cx="1431985" cy="5935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CT Naksha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98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9BD9-ED70-42BA-7F11-5283EA79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8606E5-9DB6-0EBD-F86F-8B84130B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" y="0"/>
            <a:ext cx="9489057" cy="724619"/>
          </a:xfrm>
        </p:spPr>
        <p:txBody>
          <a:bodyPr/>
          <a:lstStyle/>
          <a:p>
            <a:r>
              <a:rPr lang="en-IN" sz="3600"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                	  </a:t>
            </a:r>
            <a:r>
              <a:rPr lang="en-IN" sz="4000" b="1">
                <a:solidFill>
                  <a:schemeClr val="tx2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FEASIBILITY AND VIABILITY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1B60A-D4E1-1101-F600-BF0C30F42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9604B3-8561-7A6C-20ED-8AA8242C9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102" y="-3588"/>
            <a:ext cx="2178617" cy="9783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98462D-6008-38A1-7E84-8EF5319FFAB0}"/>
              </a:ext>
            </a:extLst>
          </p:cNvPr>
          <p:cNvSpPr txBox="1"/>
          <p:nvPr/>
        </p:nvSpPr>
        <p:spPr>
          <a:xfrm>
            <a:off x="60384" y="646982"/>
            <a:ext cx="7962182" cy="877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en-IN" sz="2000" b="1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&amp; Inference:</a:t>
            </a:r>
            <a:r>
              <a:rPr lang="en-IN" sz="18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Proven AI models can accurately detect parcels and process imagery quickly using GPUs.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&amp; UI:</a:t>
            </a:r>
            <a:r>
              <a:rPr lang="en-IN" sz="18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800" b="0" i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PostGIS</a:t>
            </a:r>
            <a:r>
              <a:rPr lang="en-IN" sz="18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/S3 reliably handle large geospatial data, while </a:t>
            </a:r>
            <a:r>
              <a:rPr lang="en-IN" sz="1800" b="0" i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MapLibre</a:t>
            </a:r>
            <a:r>
              <a:rPr lang="en-IN" sz="18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provides fast map visualization.</a:t>
            </a:r>
            <a:endParaRPr lang="en-IN" sz="1800" b="0" i="0"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&amp; Security:</a:t>
            </a:r>
            <a:r>
              <a:rPr lang="en-IN" sz="18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Docker/Kubernetes enable scaling, while authentication, encryption, and audit logs support secure deployment.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 Challenges and Risks:</a:t>
            </a:r>
            <a:endParaRPr lang="en-IN" sz="2000" b="1" i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Privacy: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Land records and geospatial data may contain sensitive information requiring strong security.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&amp; Competition: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Replaces slow manual GIS workflows with affordable, AI-powered cadastral mapping.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Adoption: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 organizations may be slow to adopt new AI-based systems due to existing workflows and resistance to change.</a:t>
            </a:r>
          </a:p>
          <a:p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Strategies for Overcoming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I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human verification, quality checks, and continuous AI model training with local survey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</a:t>
            </a:r>
            <a:r>
              <a:rPr lang="en-I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 training, guided demonstrations, simple workflows, and pilot projects before large-scale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0" lvl="8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@SIH Idea submission- CT Naksha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 b="0" i="0">
              <a:effectLst/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 b="0" i="0">
              <a:effectLst/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 b="0" i="0">
              <a:effectLst/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 b="0" i="0">
              <a:effectLst/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 b="0" i="0">
              <a:effectLst/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>
              <a:latin typeface="-apple-system-body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200" b="0" i="0">
              <a:effectLst/>
              <a:latin typeface="-apple-system-body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1CA2309-9143-514C-1C4A-693F8CB0256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810" y="974785"/>
            <a:ext cx="3436189" cy="2744777"/>
          </a:xfrm>
          <a:prstGeom prst="rect">
            <a:avLst/>
          </a:prstGeo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C08EE5BA-FE4A-034A-3BB6-059DA3B3A74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78" b="14078"/>
          <a:stretch>
            <a:fillRect/>
          </a:stretch>
        </p:blipFill>
        <p:spPr>
          <a:xfrm>
            <a:off x="8755810" y="3719563"/>
            <a:ext cx="3436190" cy="2635200"/>
          </a:xfrm>
          <a:prstGeom prst="rect">
            <a:avLst/>
          </a:prstGeom>
          <a:blipFill>
            <a:blip r:embed="rId5">
              <a:alphaModFix amt="70000"/>
            </a:blip>
            <a:stretch>
              <a:fillRect/>
            </a:stretch>
          </a:blipFill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10982E9-ADEE-EA00-6EDC-F23F315EB3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-3588"/>
            <a:ext cx="1673525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CT</a:t>
            </a:r>
          </a:p>
          <a:p>
            <a:pPr algn="ctr"/>
            <a:r>
              <a:rPr lang="en-US"/>
              <a:t>Naksha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309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132A-B3E2-FAE0-E759-2C41FB6A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333" y="112144"/>
            <a:ext cx="6409426" cy="716689"/>
          </a:xfrm>
        </p:spPr>
        <p:txBody>
          <a:bodyPr/>
          <a:lstStyle/>
          <a:p>
            <a:r>
              <a:rPr lang="en-IN" sz="4000" b="1">
                <a:solidFill>
                  <a:schemeClr val="tx2">
                    <a:lumMod val="75000"/>
                    <a:lumOff val="25000"/>
                  </a:schemeClr>
                </a:solidFill>
                <a:latin typeface="Garamond" panose="02020404030301010803" pitchFamily="18" charset="0"/>
              </a:rPr>
              <a:t>IMPACT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575D-86F8-9B6F-F38D-9F0794CAFE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974785"/>
            <a:ext cx="6409426" cy="505438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Operations: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time required for parcel mapping and verification.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Accuracy: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cadastral data quality and reduces human errors.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Costs: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manual surveying and digitization expenses.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Greater Transparency:</a:t>
            </a: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Provides audit trails and human-verified records.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Benefit:</a:t>
            </a: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Reduces repeated field surveys and unnecessary travel.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Planning: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faster land-use monitoring and informed urban planning.</a:t>
            </a:r>
          </a:p>
          <a:p>
            <a:endParaRPr lang="en-IN"/>
          </a:p>
          <a:p>
            <a:endParaRPr lang="en-IN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AB190F1-4498-6995-0F1B-25492A5A98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4" r="5294"/>
          <a:stretch/>
        </p:blipFill>
        <p:spPr>
          <a:xfrm>
            <a:off x="6953366" y="1483743"/>
            <a:ext cx="5238633" cy="3821502"/>
          </a:xfrm>
          <a:prstGeom prst="rect">
            <a:avLst/>
          </a:prstGeom>
          <a:blipFill>
            <a:blip r:embed="rId3">
              <a:alphaModFix amt="70000"/>
            </a:blip>
            <a:stretch>
              <a:fillRect/>
            </a:stretch>
          </a:blip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6A737A-23D5-C3A1-9688-6E7E1A352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102" y="-3588"/>
            <a:ext cx="2178617" cy="9783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BEA35E-1CAE-DADC-27DB-787D6C4C8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C569B3D3-D7D6-8193-5202-D0E6EC4D90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-41481"/>
            <a:ext cx="1699404" cy="60219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CT </a:t>
            </a:r>
          </a:p>
          <a:p>
            <a:pPr algn="ctr"/>
            <a:r>
              <a:rPr lang="en-US"/>
              <a:t>Naksha</a:t>
            </a: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86BD5-6B85-6CE9-6260-E4EB0A8C827D}"/>
              </a:ext>
            </a:extLst>
          </p:cNvPr>
          <p:cNvSpPr txBox="1"/>
          <p:nvPr/>
        </p:nvSpPr>
        <p:spPr>
          <a:xfrm>
            <a:off x="3064534" y="2882350"/>
            <a:ext cx="61290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0" lvl="8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@SIH Idea submission- CT Naksha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523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5E77-4366-B7E5-9659-376CF1EE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95" y="138024"/>
            <a:ext cx="11507639" cy="836762"/>
          </a:xfrm>
        </p:spPr>
        <p:txBody>
          <a:bodyPr>
            <a:normAutofit fontScale="90000"/>
          </a:bodyPr>
          <a:lstStyle/>
          <a:p>
            <a:r>
              <a:rPr lang="en-US" sz="4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	</a:t>
            </a:r>
            <a:r>
              <a:rPr lang="en-US" sz="4400" b="1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br>
              <a:rPr lang="en-US" sz="4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200" b="1">
                <a:latin typeface="Garamond" panose="020204040303010108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 are few references and research links:</a:t>
            </a:r>
            <a:br>
              <a:rPr lang="en-IN" sz="4400" b="1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en-IN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0518E-F953-9102-FF8D-ECEC74577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16397"/>
            <a:ext cx="10638766" cy="545066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https://arxiv.org/abs/1505.04597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3"/>
              </a:rPr>
              <a:t>https://arxiv.org/abs/2103.14030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4"/>
              </a:rPr>
              <a:t>https://ieeexplore.ieee.org/document/9511234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5"/>
              </a:rPr>
              <a:t>https://bhuvan-panchayat3.nrsc.gov.in/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6"/>
              </a:rPr>
              <a:t>https://project.inria.fr/aerialimagelabeling/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7"/>
              </a:rPr>
              <a:t>https://spacenet.ai/dataset/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8"/>
              </a:rPr>
              <a:t>https://www.mdpi.com/2072-4292/12/5/803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9"/>
              </a:rPr>
              <a:t>https://openaccess.thecvf.com/content_cvpr_2017/html/Zhang_Bi-Directional_Cascade_Network_CVPR_2017_paper.html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>
                <a:hlinkClick r:id="rId10"/>
              </a:rPr>
              <a:t>https://bhuvan-ows.nrsc.gov.in/bhuvan/wms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D1849-1F7A-1D71-8274-6E3B490556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7102" y="-3588"/>
            <a:ext cx="2178617" cy="9783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09A2F6-4809-783F-3A85-F4D41835B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ECEBDF1E-0722-15AE-E153-44540AE960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-41481"/>
            <a:ext cx="1604513" cy="6539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CT </a:t>
            </a:r>
          </a:p>
          <a:p>
            <a:pPr algn="ctr"/>
            <a:r>
              <a:rPr lang="en-US"/>
              <a:t>Naksha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592031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Axi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Ax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626E1DE4-363E-4A1A-A3CD-C79E498A714F}" vid="{3530EF86-100D-4C27-9316-4189EFA98A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723</Words>
  <Application>Microsoft Office PowerPoint</Application>
  <PresentationFormat>Widescreen</PresentationFormat>
  <Paragraphs>128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-apple-system-body</vt:lpstr>
      <vt:lpstr>Arial</vt:lpstr>
      <vt:lpstr>Arial,Sans-Serif</vt:lpstr>
      <vt:lpstr>Calibri</vt:lpstr>
      <vt:lpstr>Cambria</vt:lpstr>
      <vt:lpstr>Courier New</vt:lpstr>
      <vt:lpstr>Garamond</vt:lpstr>
      <vt:lpstr>Neue Haas Grotesk Text Pro</vt:lpstr>
      <vt:lpstr>Times New Roman</vt:lpstr>
      <vt:lpstr>Wingdings</vt:lpstr>
      <vt:lpstr>Axis</vt:lpstr>
      <vt:lpstr>SMART INDIA HACKATHON 2026 </vt:lpstr>
      <vt:lpstr>               CadAstra-AI Urban Parcel Mapping                                               Turning data into Smarter yields </vt:lpstr>
      <vt:lpstr> TECHNICAL APPROACH</vt:lpstr>
      <vt:lpstr>                    FEASIBILITY AND VIABILITY</vt:lpstr>
      <vt:lpstr>IMPACT AND BENEFITS</vt:lpstr>
      <vt:lpstr> RESEARCH  AND REFERENCES Here are few references and research links: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 sarkar</dc:creator>
  <cp:lastModifiedBy>sumit sarkar</cp:lastModifiedBy>
  <cp:revision>1</cp:revision>
  <dcterms:created xsi:type="dcterms:W3CDTF">2026-09-14T13:57:12Z</dcterms:created>
  <dcterms:modified xsi:type="dcterms:W3CDTF">2026-09-20T07:02:02Z</dcterms:modified>
</cp:coreProperties>
</file>